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www.brandenburg-forst.de/bmt/baumartenmischungstabelle.pdf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1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slide" Target="slide1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Forest Management and Modeling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Max Hachemeister, Aparna Ajayan, Olajide Faneye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Status quo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Species and Structure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~Age (Years)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Structural unit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Scots Pine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European Beech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Second layer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Norway Spruce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Planted Group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Sessile Oak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Trees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Climate and nutrition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Misc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Growth District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99.10.19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Tramper Platte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Soil freshness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 fresh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Nutrition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Slightly better medium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Mixture Recommendation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Brandenburg Species Mixture Recommendation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Mixture class (%)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Scots pine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&lt;= 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European Beech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&lt;= 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Norway Spruce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Sessile Oak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&lt;= 50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Stakeholder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Private owner</a:t>
            </a:r>
          </a:p>
          <a:p>
            <a:pPr lvl="0"/>
            <a:r>
              <a:rPr/>
              <a:t>“Set in and forget it”</a:t>
            </a:r>
          </a:p>
          <a:p>
            <a:pPr lvl="0"/>
            <a:r>
              <a:rPr/>
              <a:t>Passive income</a:t>
            </a:r>
          </a:p>
          <a:p>
            <a:pPr lvl="0"/>
            <a:r>
              <a:rPr/>
              <a:t>Pension fund</a:t>
            </a:r>
          </a:p>
          <a:p>
            <a:pPr lvl="0"/>
            <a:r>
              <a:rPr/>
              <a:t>Resilience and sustainability</a:t>
            </a:r>
          </a:p>
          <a:p>
            <a:pPr lvl="1"/>
            <a:r>
              <a:rPr/>
              <a:t>as long as it’s easy</a:t>
            </a:r>
          </a:p>
          <a:p>
            <a:pPr lvl="1"/>
            <a:r>
              <a:rPr/>
              <a:t>should be reflected in the resale value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 mixture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Mixture (%)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Scots pine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European Beech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Norway Spruce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Sessile Oak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Initial tree stand parameters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 / 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 (m²)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Scots pine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European beech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Norway spruce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Sessile oak</a:t>
                      </a:r>
                      <a:r>
                        <a:rPr baseline="30000">
                          <a:hlinkClick r:id="rId2" action="ppaction://hlinksldjump"/>
                        </a:rPr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Initial tree stand side view</a:t>
            </a:r>
          </a:p>
        </p:txBody>
      </p:sp>
      <p:pic>
        <p:nvPicPr>
          <p:cNvPr descr="images/clipboard-315103923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5994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Initial tree stand top view</a:t>
            </a:r>
          </a:p>
        </p:txBody>
      </p:sp>
      <p:pic>
        <p:nvPicPr>
          <p:cNvPr descr="images/init_top_cro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Thinning parameters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 - Business as usual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 Management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SIAFI - Set it and forget 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Future Crop Trees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Parameter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Frequency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 periods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years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Intensity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Release radius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Maximum harvest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 m³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SIAFI - Set it and forget 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Future Crop trees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Future Crop Trees </a:t>
                      </a:r>
                      <a:r>
                        <a:rPr baseline="30000">
                          <a:hlinkClick r:id="rId2" action="ppaction://hlinksldjump"/>
                        </a:rPr>
                        <a:t>2</a:t>
                      </a:r>
                      <a:r>
                        <a:rPr/>
                        <a:t> / 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Thinning regime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Scots pine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light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European beech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heavy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Norway spruce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Sessile oak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sz="1800"/>
                  <a:t>1. </a:t>
                </a:r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g</m:t>
                        </m:r>
                      </m:sub>
                    </m:sSub>
                  </m:oMath>
                </a14:m>
                <a:r>
                  <a:rPr sz="1800"/>
                  <a:t> was set manually to </a:t>
                </a:r>
                <a14:m>
                  <m:oMath xmlns:m="http://schemas.openxmlformats.org/officeDocument/2006/math">
                    <m:r>
                      <m:t>12</m:t>
                    </m:r>
                    <m:r>
                      <m:t> </m:t>
                    </m:r>
                    <m:r>
                      <m:t>c</m:t>
                    </m:r>
                    <m:r>
                      <m:t>m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sz="1800"/>
                  <a:t>2.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N</m:t>
                            </m:r>
                            <m:r>
                              <m:t> 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Future trees mono</m:t>
                            </m:r>
                          </m:e>
                        </m:d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×</m:t>
                    </m:r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rPr>
                                <m:nor/>
                                <m:sty m:val="p"/>
                              </m:rPr>
                              <m:t>Target proportion</m:t>
                            </m:r>
                          </m:e>
                        </m:d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 sz="1800"/>
                  <a:t> // </a:t>
                </a:r>
                <a14:m>
                  <m:oMath xmlns:m="http://schemas.openxmlformats.org/officeDocument/2006/math">
                    <m:r>
                      <m:t>i</m:t>
                    </m:r>
                    <m:r>
                      <m:rPr>
                        <m:sty m:val="p"/>
                      </m:rPr>
                      <m:t>=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i</m:t>
                    </m:r>
                    <m:r>
                      <m:t>e</m:t>
                    </m:r>
                    <m:r>
                      <m:t>s</m:t>
                    </m:r>
                  </m:oMath>
                </a14:m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 Management and Modeling</dc:title>
  <dc:creator>Max Hachemeister, Aparna Ajayan, Olajide Faneye</dc:creator>
  <cp:keywords/>
  <dcterms:created xsi:type="dcterms:W3CDTF">2025-11-13T14:38:12Z</dcterms:created>
  <dcterms:modified xsi:type="dcterms:W3CDTF">2025-11-13T14:38:12Z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